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8BBBF-7ACA-4380-908A-DE9897D4254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FD51E-E1CF-4C6D-97A2-26CE231E8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3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7EA89-5D1A-C92C-860B-8E9FC98AA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975E1B-EA29-61AF-1E82-D7CE6ED6D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1A0085-701D-18B8-2EA7-8B0735AE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8E899F-E77C-D464-7FBF-0241737B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73AFD-396E-EC20-D713-6E63E596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50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E5740-F060-6F3A-426A-D239B337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E65CA1-C1F1-5A98-C7F0-A50329F62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82DAE2-B855-CFAE-64DA-A0D0B9B3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D98E2B-2E44-2D2A-C24A-8B07FFE2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B94ED0-679F-5E35-62DF-BB136108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7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0D6B9-B813-5E47-D379-977C0305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67DC16-10DA-E9CC-5C33-25DE3BDD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1029E1-77A9-AB5D-BCF3-726E9BD0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C2C0D-156D-AF7E-2B2E-3D1DCD36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049CFE-085A-45EF-AC00-0D87A51B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97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F0B10-2106-88FB-D5C9-A56369E3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3F0BE1-B872-1610-B790-75162F189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3A993F-1FF6-0114-78B6-6D1B24B1E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C0E49-868D-7B2B-D214-6270FED9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0DCD5B-4016-9DBF-4A86-2C17787C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FD48A4-F1B0-765C-7682-5E430E1A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7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6A874-60C8-60A8-D873-3F11EF87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F26732-B3CD-17B5-EAA9-3B17FFB4B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34601C-1BD6-EE35-39CD-18D823290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B1B926-B415-25AA-A0CE-40E4FD15A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9F9B10-ACDE-CD6E-0480-A351B6DF2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58A706-640F-5DAD-E71E-DD25A5A3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388F6D-D6E6-AA3F-F6A7-811EA7E9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F7DDFB-F53E-6B50-4B9D-CC9F60CD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23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14F95-B143-889F-E1A5-5A03982B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03FD-1A6A-9A96-FDBC-C0B235DE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6CECCD-B934-12A6-F814-D28FDA05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43AD40-34DB-875D-C7E4-E5BEC1BD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6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83273-6D3A-F88A-53B5-ABB55FD2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360EC8B-52C6-0E53-8BC0-8B005191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B682DF-CFD4-BE3C-AE2E-3A9B24D0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90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C1D74-66E4-41F8-8FCB-4280574E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6FE51-3761-1A6C-1757-322B2E28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8BACDE-3A3E-17F2-4410-5743194FD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9BFDEC-EB4C-2F11-1092-6A89C534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491B36-1C68-04AB-8E9F-EF2B3A5B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31B470-34C1-E719-62CF-6AC0B42A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61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CF2D9-0630-CC21-E942-F85480E7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ABB1C7-97E6-8E5B-7D86-1CDCF2912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B7B12C-8469-3DED-8722-2D2F32D87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3DE2F3-5FE1-23C1-63B4-423CE095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1153ED-3818-7337-E3B8-77C243A5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58D72C-DFA1-1F64-7FF6-42ED32A8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28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C8FA3-AA5D-1C4B-A0D6-A4D0F17B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32C5D8-93F2-5726-8052-EEF0A593A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7774D-251E-42E1-07CA-4ECEA105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97EB43-B36E-AC73-5B39-C58238B9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61FFD8-7801-D3F6-0703-2C68AA71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95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C901CFA-ECAB-75CA-6D17-6983A3BA7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A78AC2-11A3-B58E-5F44-36C54D762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1765E9-BD89-7DE9-DA60-07AB304E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B3E11-DD50-AAA2-F561-57EF1B65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A73814-FA54-4778-D8EE-ADE11242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79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9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CB2A8-91F6-AAD1-426D-C7B32DF4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5E6D19-D573-6DC1-D52F-789C2D9ED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2C8658-980B-7817-C18B-7F164892E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95811-8C48-42C0-A29B-479DE0FC1BCC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6139C5-0FE5-7FEE-5D0D-3B4E10645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48DFD2-08E5-E440-A5CB-7907E5213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9C58-B593-485F-9D5C-B92102FC54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65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65498"/>
            <a:ext cx="412977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Ключевые выводы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1629866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Финансовые итоги 2024 года и приоритеты на 2025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65523"/>
            <a:ext cx="10795524" cy="897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4158" y="2274094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427623" y="2134096"/>
            <a:ext cx="176009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Рост EBITDA +22%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27623" y="2421334"/>
            <a:ext cx="989741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Маржа EBITDA выросла до 20%. Основной вклад — снижение операционных затрат и рост выручки онлайн-канала.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975273"/>
            <a:ext cx="10795524" cy="897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4158" y="3283843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427623" y="3143845"/>
            <a:ext cx="21340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ФОТ превысил бюджет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427623" y="3431084"/>
            <a:ext cx="989741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Перерасход +4,7% из-за найма в Q3–Q4. В 2025 — заморозить найм вне ключевых ролей до Q2.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85022"/>
            <a:ext cx="10795524" cy="8976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4158" y="4293592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427623" y="4153595"/>
            <a:ext cx="23134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Просрочка: риск ₽27 млн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427623" y="4440833"/>
            <a:ext cx="989741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Два контрагента с просрочкой свыше 30 дней. Инициировать переговоры и сформировать резерв.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994771"/>
            <a:ext cx="10795524" cy="8976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4158" y="5303341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427623" y="5163344"/>
            <a:ext cx="212809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Цель 2025: маржа 23%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427623" y="5450582"/>
            <a:ext cx="989741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Сократить долю ФОТ с 40% до 37%, направить экономию в автоматизацию и ИТ-инфраструктуру.</a:t>
            </a:r>
            <a:endParaRPr lang="en-US" sz="11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729CEE3-7560-D059-BB7F-CD57E6DC75E7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2026-06-28T15:35:47Z</dcterms:created>
  <dcterms:modified xsi:type="dcterms:W3CDTF">2026-06-28T15:36:05Z</dcterms:modified>
</cp:coreProperties>
</file>