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4134E-DB75-49D4-9D50-FDE510C81F1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89E77-7C1F-451C-9A8C-18C3C13CB0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668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B7E11-E5DF-5214-51E2-8D05C2BE5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826A68-5124-C491-FC10-8870F5B44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96C56A-EF16-8229-6E5F-E37672FE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DE7779-5721-C346-BB61-FDFB78D5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E3195F-9F4B-BCEB-4010-4002E9AF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2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41BDE-BCDD-0C2C-38A9-C8789F3C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7F1F39-F7F4-C0BB-B01E-FD03C5112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49B4D2-5A7C-F758-8779-CDF9FBC1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6F9563-4114-68B9-BE7E-B5053B2B4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DA4B10-6179-4269-B49F-0D83195A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807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F3B8C-527D-F4ED-3DA7-1763E0231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97963B-15CB-57A8-8180-4862D7E1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EE16A9-02FF-A7D5-743D-B538D534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93CB63-A2F3-0D26-FB2C-2502277A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77B391-E275-306F-499C-FA86A015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530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642A00-9E9B-4673-52D5-98502ECC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6458DE-DC50-B0BF-8DD9-669FB6251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873F60-FFBA-B145-81D1-3B815FDF4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89FB25-C6C9-2EF8-6606-2C114195C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0F144F-4F96-FCB7-65BF-FA534420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33299C-D078-0BBF-03E2-A21F87ED0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38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B50C75-4A81-A1A7-7C43-AF02E1D3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3F46C3-72AF-F5E6-9288-C57B4D6CE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B92681-1129-646A-0EB2-05ADEAA79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E218A8-453E-B288-6DB7-22B1FE144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672B45-D1AA-7AE7-4460-EFB9ED073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8A36BDA-6A40-69BE-CD37-727DEF5D6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A9EDA69-057A-D37F-A4F9-F413C270F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4407DF1-8B28-7F94-918D-D3B6B277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69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EDC5E5-C050-2502-4023-28878821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F6E389C-7E03-C976-76DC-88B962E7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6A57B1-C629-5306-247F-14C8D61D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97D31D-80E7-3224-F4FD-1E4B3F5C1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05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05DD76-687B-2457-CC86-4EFB6AD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AABB58-E9EB-A1F8-38A1-36E86E0EC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B37B31-B253-37CC-AC76-47D3186D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078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BB454-51E3-2648-1A14-DB0298E0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46C200-D9F5-399A-8999-F993C0E59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282362-29F9-907D-B501-51103D855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4533D-EEF7-557A-3A5A-49075AA48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036719-BA86-2905-A56E-236E8CD5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EAE69A-372F-C67A-56D0-0FC5F377D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93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39DEA-F4C4-EB93-04AF-4E9AB443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AFE9AF3-7EDD-7B58-0AEA-E9C1A1B99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913D18-9A7B-6EF0-4F58-53125DAF7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AC2282-E562-925F-0581-23985655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065CBF-90B6-F67D-2970-AEAEE9D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CF47C5-B1D7-9606-65F6-189EAFD0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70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1FF3D-4F28-8D19-312D-9388D4AF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20E57C-A742-7287-C9E4-02D94BF25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CF1B68-170C-7568-5058-80531DF5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F1017B-B274-891F-EABF-58EB034BE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3F5F-0300-0C6C-46DB-96A4A608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74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7A6C6-5F04-3525-855D-E7CC20E3B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288253-2691-CC9C-9B5F-C7C42C3BC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3386D-D822-B816-2EC4-91E6CCB3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CE98A5-25AA-779A-BCAF-F5BAC475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39A4CC-5D3F-F78C-9F5E-EA818F85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218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58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C08AD7-C257-E09A-86D7-3C79A001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6409E2-5B7E-8C71-DDD3-D6E4AC9F4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814533-6F82-CEA2-BABA-5B9135F07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39EE3-ED4C-475C-B22B-08CF5765545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BE030F-4A50-DFCE-6955-0C671F7E2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B655E2-BEDA-90D6-9124-48D0F605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51BD3-6667-49C2-ABE1-532512092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96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392" y="301709"/>
            <a:ext cx="4129778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Ключевые выводы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07416" y="1055388"/>
            <a:ext cx="683322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Итоги 2024 года и приоритеты на 2025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4755" y="1541512"/>
            <a:ext cx="6223638" cy="10432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80827" y="1922908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3704292" y="1710084"/>
            <a:ext cx="2551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Email — лидер эффективности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04292" y="1997322"/>
            <a:ext cx="5325532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ROAS </a:t>
            </a: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10.4×</a:t>
            </a: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при минимальных затратах. В 2025: расширить базу на 40% и внедрить автоматизацию сценариев.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4755" y="2696914"/>
            <a:ext cx="6223638" cy="10432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80827" y="3078311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3704292" y="2865487"/>
            <a:ext cx="185901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SEO даёт лучший CAC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704292" y="3152725"/>
            <a:ext cx="5325532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Стоимость лида </a:t>
            </a: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₽857</a:t>
            </a: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на 31% ниже среднего. Увеличить долю бюджета на контент до 25%.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4755" y="3852316"/>
            <a:ext cx="6223638" cy="104328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180827" y="4233713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3704292" y="4020889"/>
            <a:ext cx="244627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SMM: охват есть, ROI слабый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3704292" y="4308127"/>
            <a:ext cx="5325532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ROAS </a:t>
            </a: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5.1×</a:t>
            </a: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при значительном бюджете. Пересмотреть форматы, усилить видеоконтент и таргетинг.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4755" y="5007719"/>
            <a:ext cx="6223638" cy="104328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180827" y="5389115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3704292" y="5176291"/>
            <a:ext cx="2380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Цель 2025: CAC ниже ₽1 000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3704292" y="5463529"/>
            <a:ext cx="5325532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Перераспределить бюджет в пользу email и SEO. </a:t>
            </a:r>
            <a:r>
              <a:rPr lang="en-US" sz="1150" dirty="0" err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Сократить</a:t>
            </a: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долю офлайн с </a:t>
            </a: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10% до 5%</a:t>
            </a: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1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A1BFDEB-64DA-3BCE-C340-20B00B63035C}"/>
              </a:ext>
            </a:extLst>
          </p:cNvPr>
          <p:cNvSpPr/>
          <p:nvPr/>
        </p:nvSpPr>
        <p:spPr>
          <a:xfrm>
            <a:off x="11084767" y="6512767"/>
            <a:ext cx="1107233" cy="345233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Широкоэкранный</PresentationFormat>
  <Paragraphs>15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Quattrocento</vt:lpstr>
      <vt:lpstr>Quattrocento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2026-06-28T15:16:33Z</dcterms:created>
  <dcterms:modified xsi:type="dcterms:W3CDTF">2026-06-28T15:16:47Z</dcterms:modified>
</cp:coreProperties>
</file>