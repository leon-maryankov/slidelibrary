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0C19C1-56A3-4E7B-916C-DE7527F10549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F457D-CA24-497F-B28A-7B615AAE75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8033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D42B62-BDE0-81A4-0A4D-0CD88EB346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8C2FA67-B842-0941-0274-B22AE6C42B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9AA430-72A4-CC8F-C608-2D0A61F15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549EC-2CC6-4DA1-9652-9E4B4AEA8C2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9C7261-35CA-36FC-C051-3EE4C36F5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60BDE0-FA7D-2626-A113-24B4A27D4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5E8B-3F03-4E8E-95B2-23BDD6D649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290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BF87BC-74B4-DD51-4FF2-BF38075AD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96C1F0-79B2-7483-31A2-DF4DD1FEE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C9DE9B-F723-4261-B1D6-8835C0B8F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549EC-2CC6-4DA1-9652-9E4B4AEA8C2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8568D5-61DC-B0C2-24AD-527CB421B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0C36C7-9C76-2A89-4667-C439E807D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5E8B-3F03-4E8E-95B2-23BDD6D649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7345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50ADDD-E0BD-0B77-8870-6B4DEE620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48CFB95-9BE5-2469-E14C-02DB814B7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59867A-034E-2A3B-69B7-BFCA4761A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549EC-2CC6-4DA1-9652-9E4B4AEA8C2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BA0B30-99ED-F983-FAB8-C70EC40EE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8C58FD-E73E-5DCC-0F3F-C2ED61900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5E8B-3F03-4E8E-95B2-23BDD6D649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4581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06D36A-5C16-D65E-82E6-B525D81CB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6C71C9-84D4-050A-EED3-3FE6794BF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17325F3-1641-7FC9-BE2A-6E8CC38A7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2465F4-70FF-3E4A-7F07-DFD4EE4C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549EC-2CC6-4DA1-9652-9E4B4AEA8C2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3F9008-6000-2AF3-6189-0DEDB330A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0CC8CF7-77B9-2F5A-09BF-BD7DB7D13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5E8B-3F03-4E8E-95B2-23BDD6D649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8913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2D0EA0-07D6-C4BE-9CEA-2D44DE6B5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418F20-B97E-A00D-1B02-4DDC1AB6E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D3E0422-338C-125A-FEF9-CAD952C32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92399CB-3DEE-8F49-2038-4C7E8346C9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850C9EB-231A-7D16-0CDD-53C2DC6A91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2A5094A-0D7A-2DBC-47E0-27C25AFE2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549EC-2CC6-4DA1-9652-9E4B4AEA8C2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BB774E7-71F5-9DA7-C8AF-A217464C1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DC4767D-6062-18BB-65CA-6F4BEBFB0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5E8B-3F03-4E8E-95B2-23BDD6D649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0510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82C66A-9E2F-FE9C-547F-029EC322A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E4669EA-5B40-5CC9-16DB-02B08E142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549EC-2CC6-4DA1-9652-9E4B4AEA8C2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53038B9-C970-BEF0-F786-F674E87C4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A1C1054-A3C3-AFAA-1D86-2E5B52A27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5E8B-3F03-4E8E-95B2-23BDD6D649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4122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D7F0951-7316-F23F-419D-64B95CBE6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549EC-2CC6-4DA1-9652-9E4B4AEA8C2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1AF7C74-18F1-47D0-A6C2-026001897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EDA44C-004F-4A3D-D817-D6C22FF30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5E8B-3F03-4E8E-95B2-23BDD6D649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3396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5E0BDC-9236-0C45-7619-D7251FAD6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C765CB-D8C0-7069-E3B8-A30F8E949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E1E021-65BA-26D3-A910-50BD0EAC6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29C9F2-5A89-3E5F-9CB4-822DAAD14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549EC-2CC6-4DA1-9652-9E4B4AEA8C2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262B31-9A88-F232-679A-3A7442547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1C1C4E-B4ED-BFC8-D834-7958C9035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5E8B-3F03-4E8E-95B2-23BDD6D649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1201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6B43E-8EDE-5E37-20B4-43C470651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8686213-0EA0-AE2A-630E-C6837AFBC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B3F4AF4-763F-D0AB-1A3D-BED5648C3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8379C28-9E66-C01B-E399-5981726F2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549EC-2CC6-4DA1-9652-9E4B4AEA8C2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7559BF6-037E-1EE9-5F7A-2ABC05997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F1571BA-2E86-3AC6-6E3B-A02941229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5E8B-3F03-4E8E-95B2-23BDD6D649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0908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3789A8-4F41-B4B5-23D4-52A2383D5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DD293E7-D41F-098E-C1E3-647362CF0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86B938-55B0-59DE-C457-5DFDBFA8C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549EC-2CC6-4DA1-9652-9E4B4AEA8C2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FAFB3C-596D-55DB-0299-CDAAD3180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1401B1-B4EF-EF82-5D50-D8CED62DD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5E8B-3F03-4E8E-95B2-23BDD6D649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76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14D1271-1D6E-E0E6-6457-14932FCA12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D9E9514-77CC-4DE0-CCD8-4CD088051A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67DC4A-3A67-3668-BECD-19BA121CB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549EC-2CC6-4DA1-9652-9E4B4AEA8C2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E6EB03-0DA3-3EB0-12C2-3F9D07A76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C17EC1-F490-8D44-DB9E-31DED0775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05E8B-3F03-4E8E-95B2-23BDD6D649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3119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970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5D2960-FA94-EB4E-4189-7DB1B425D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D86808E-7835-4660-BFD3-E068E513A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F52BA6-1B13-CC1E-79D1-CFA585979D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E549EC-2CC6-4DA1-9652-9E4B4AEA8C2D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335763-1162-F8A1-9EAF-2B073BB5E8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94BCEF-C1E8-4782-7736-4505B5E8B2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05E8B-3F03-4E8E-95B2-23BDD6D649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314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38088"/>
            <a:ext cx="7050407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Дебиторская задолженность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98086" y="1589286"/>
            <a:ext cx="1140510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Структура и сроки погашения на 31.12.2024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98086" y="2043807"/>
            <a:ext cx="10795524" cy="2952155"/>
          </a:xfrm>
          <a:prstGeom prst="roundRect">
            <a:avLst>
              <a:gd name="adj" fmla="val 912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4116" y="2153444"/>
            <a:ext cx="2619607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Контрагент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59453" y="2153444"/>
            <a:ext cx="2185139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Сумма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200321" y="2153444"/>
            <a:ext cx="2185139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Срок (дн.)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41190" y="2153444"/>
            <a:ext cx="2616432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Просрочка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513352" y="2153444"/>
            <a:ext cx="2404010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Риск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4116" y="2639120"/>
            <a:ext cx="2619607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ООО «Альфа»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59453" y="2639120"/>
            <a:ext cx="2185139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48 млн ₽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00321" y="2639120"/>
            <a:ext cx="2185139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41190" y="2639120"/>
            <a:ext cx="2616432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Нет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513352" y="2639120"/>
            <a:ext cx="2404010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🟢</a:t>
            </a: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Низкий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84116" y="3131145"/>
            <a:ext cx="2619607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ЗАО «Бета»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59453" y="3131145"/>
            <a:ext cx="2185139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32 млн ₽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00321" y="3131145"/>
            <a:ext cx="2185139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41190" y="3131145"/>
            <a:ext cx="2616432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15 дней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513352" y="3131145"/>
            <a:ext cx="2404010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🟡</a:t>
            </a: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Средний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4116" y="3623171"/>
            <a:ext cx="2619607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ИП Петров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59453" y="3623171"/>
            <a:ext cx="2185139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18 млн ₽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00321" y="3623171"/>
            <a:ext cx="2185139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60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41190" y="3623171"/>
            <a:ext cx="2616432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30 дней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513352" y="3623171"/>
            <a:ext cx="2404010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🔴</a:t>
            </a: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Высокий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84116" y="4115197"/>
            <a:ext cx="2619607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АО «Гамма»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59453" y="4115197"/>
            <a:ext cx="2185139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24 млн ₽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00321" y="4115197"/>
            <a:ext cx="2185139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41190" y="4115197"/>
            <a:ext cx="2616432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Нет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513352" y="4115197"/>
            <a:ext cx="2404010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🟢</a:t>
            </a: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Низкий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84116" y="4607223"/>
            <a:ext cx="2619607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ООО «Дельта»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259453" y="4607223"/>
            <a:ext cx="2185139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9 млн ₽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00321" y="4607223"/>
            <a:ext cx="2185139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90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41190" y="4607223"/>
            <a:ext cx="2616432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60 дней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513352" y="4607223"/>
            <a:ext cx="2404010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🔴</a:t>
            </a: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Критич.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98086" y="5177730"/>
            <a:ext cx="10795524" cy="942082"/>
          </a:xfrm>
          <a:prstGeom prst="roundRect">
            <a:avLst>
              <a:gd name="adj" fmla="val 2859"/>
            </a:avLst>
          </a:prstGeom>
          <a:solidFill>
            <a:srgbClr val="4B3F02"/>
          </a:solidFill>
          <a:ln/>
        </p:spPr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68" y="5422801"/>
            <a:ext cx="224328" cy="179487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281378" y="5384105"/>
            <a:ext cx="10032749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Совокупная просрочка — </a:t>
            </a:r>
            <a:r>
              <a:rPr lang="en-US" sz="140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₽27 млн</a:t>
            </a:r>
            <a:r>
              <a:rPr lang="en-US" sz="14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(ИП Петров + ООО «Дельта»). Необходимо инициировать переговоры и сформировать резерв по сомнительным долгам.</a:t>
            </a:r>
            <a:endParaRPr lang="en-US" sz="1400" dirty="0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3407DAF8-0ED8-D10F-1946-89063A653C2A}"/>
              </a:ext>
            </a:extLst>
          </p:cNvPr>
          <p:cNvSpPr/>
          <p:nvPr/>
        </p:nvSpPr>
        <p:spPr>
          <a:xfrm>
            <a:off x="11066106" y="6512767"/>
            <a:ext cx="1125894" cy="345233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</Words>
  <Application>Microsoft Office PowerPoint</Application>
  <PresentationFormat>Широкоэкранный</PresentationFormat>
  <Paragraphs>34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Arial</vt:lpstr>
      <vt:lpstr>Arimo</vt:lpstr>
      <vt:lpstr>Arimo Bold</vt:lpstr>
      <vt:lpstr>Calibri</vt:lpstr>
      <vt:lpstr>Calibri Light</vt:lpstr>
      <vt:lpstr>Syne Bold</vt:lpstr>
      <vt:lpstr>Тема Office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1</cp:revision>
  <dcterms:created xsi:type="dcterms:W3CDTF">2026-06-28T15:34:35Z</dcterms:created>
  <dcterms:modified xsi:type="dcterms:W3CDTF">2026-06-28T15:34:48Z</dcterms:modified>
</cp:coreProperties>
</file>