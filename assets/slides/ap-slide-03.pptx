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9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План, млн ₽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530</c:v>
                </c:pt>
                <c:pt idx="1">
                  <c:v>590</c:v>
                </c:pt>
                <c:pt idx="2">
                  <c:v>640</c:v>
                </c:pt>
                <c:pt idx="3">
                  <c:v>640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C20B-4A2E-8C59-376F4C46D8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Факт, млн ₽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560</c:v>
                </c:pt>
                <c:pt idx="1">
                  <c:v>620</c:v>
                </c:pt>
                <c:pt idx="2">
                  <c:v>670</c:v>
                </c:pt>
                <c:pt idx="3">
                  <c:v>550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1-C20B-4A2E-8C59-376F4C46D8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E3038"/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F3F3F2"/>
              </a:solidFill>
              <a:latin typeface="Arial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4D951-6957-44E9-BCEA-A60F70F2CDE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27E91-95AF-4419-90CA-1F6539B7DA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67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D191D-B616-F49D-1E25-BB071C4B4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938436-1E9E-5AAA-7076-2C6BC8A4F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DFAA4C-4B2B-7260-D8B2-4C69B50BF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738B0-3255-1120-1FBF-562DF1E6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014B74-8A21-762E-5E17-4418688F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421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AD5F5-CA62-068C-2DC2-5DD434B8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5F4CFD-214F-3BF4-49FE-1AC12DF07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E211C9-202F-CC4D-7BCC-45FE650A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B787FD-2953-26DD-8F2C-ED823C55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B5E87A-9BE7-D219-3589-2C659914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73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56509-2700-213B-B11B-5100909B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86E7EB-40AF-0408-C21E-F4DB0EE48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F07FC-34B9-E36B-378E-993788D5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951132-CD01-9C1B-6D5E-04F3B3AF3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9937F7-636D-DDF7-EC60-A1989600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17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1DA39-7AC3-2E88-54A5-EADE9724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651742-9401-AE00-3407-446283887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9581AC-80E9-15E7-8110-28B518A41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2E80B5-2FAD-1D31-7EDB-909EC8EC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325B52-8E1C-BDDE-6F62-8C618603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A2F38F-5138-D595-BC74-CF18B59B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05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3E83F-8989-B523-8FD4-D2048D292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607872-838D-4CF8-7DFC-A4EADA811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54CAC4-7B81-4D9F-2339-E51E8972E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6A6614-EAC1-F200-435D-4FDE15CF8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6F4D5D-1DB9-F01F-5F5A-C145281D3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DB9512-B6B0-42A3-3BD5-8A49D04C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C0D607-62EC-2379-669A-80CE6F73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97AF06A-6D42-C25C-C9E5-7A7318E4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03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85339-1E74-683B-1ADA-700CEED0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FC7E3A-9D05-DDF0-DAE0-A4C49A12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A30094-E00D-F66C-B667-F63D9724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BD3FFA-D0B2-7DB7-8F77-F7F5FC79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0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F789E6-786E-2577-28F6-130CDB4D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D253D8-2560-18DA-B80F-3893E19C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D32817-ED9E-658D-59C5-89D2B81F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99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69D97-6BB5-4C5D-70BF-AEAACDA3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830C1D-0349-105D-4769-E97CA7F06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2DF242-36D8-7CF8-AA82-629507278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51252B-352C-D00C-CF7D-A60A69A7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C8C9B1-81FC-A659-91B2-29DECD32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987C59-3D73-D4CE-E66B-72D84098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99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B753A-56F8-0FE8-0EAC-4EF65DF66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632C3B-B546-1374-AC48-84AD1B892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02EF1C-46CE-8B64-511C-03C5DEEAF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7F835F-9574-C88C-1339-03E0EB20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E0ABE0-5A6E-884A-36ED-621A750E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8F9B92-240F-EDC8-06CA-D1359065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5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960A3-46A6-B11A-BD40-EC0089DB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8666DA-2E9C-A6AB-C59C-D9E3494F7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9C7F3-1180-E8CB-469C-5E1F2173C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3379F6-CD94-4EB7-9ABF-7C72621F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559F83-AAED-DFEB-D713-16AC4A42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11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8FC77C-29FC-A9C7-80D2-1FD76AD65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2170A0-6689-D772-9A5C-2CE18693F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4D8CA7-83FE-8466-7820-D7683FE7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B3F535-B4FA-A2D7-D608-C7B7185B0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15D899-1BAF-D8FD-8E77-E33C8AE1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908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4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4B85B-75D4-1F18-4B41-07BE87C87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9D65FE-934E-1C6B-582D-DD3B285A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2AF807-41D8-FE34-5332-66B902B07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0B9D2-A99A-4130-8AD1-0F906CDA938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A9141-4BBE-9184-5DC0-F0D1DAD4A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65C897-710D-C9B4-8BE3-3C7245008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6F7D1-C33A-43EB-90E0-3CA03DC24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97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27"/>
            <a:ext cx="4360357" cy="42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Выручка по кварталам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91797" y="1014084"/>
            <a:ext cx="11478330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млн ₽ · план vs факт · 2024 год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91797" y="6328073"/>
            <a:ext cx="11478330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План перевыполнен в Q1–Q3. Дефицит Q4 (−13% к плану) связан со снижением конверсии новых клиентов и требует отдельного анализа.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191797" y="1260872"/>
          <a:ext cx="9808405" cy="5067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8829D3-3A56-ECD0-01D2-6C5D3A8D9514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IBM Plex Sans Medium</vt:lpstr>
      <vt:lpstr>Roboto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2026-06-28T07:40:00Z</dcterms:created>
  <dcterms:modified xsi:type="dcterms:W3CDTF">2026-06-28T07:40:26Z</dcterms:modified>
</cp:coreProperties>
</file>