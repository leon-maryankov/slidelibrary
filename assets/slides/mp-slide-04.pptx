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Контекст</c:v>
                </c:pt>
              </c:strCache>
            </c:strRef>
          </c:tx>
          <c:spPr>
            <a:solidFill>
              <a:srgbClr val="EF9C82"/>
            </a:solidFill>
            <a:ln w="25400">
              <a:solidFill>
                <a:srgbClr val="EF9C82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</c:v>
                </c:pt>
                <c:pt idx="1">
                  <c:v>195</c:v>
                </c:pt>
                <c:pt idx="2">
                  <c:v>210</c:v>
                </c:pt>
                <c:pt idx="3">
                  <c:v>220</c:v>
                </c:pt>
                <c:pt idx="4">
                  <c:v>235</c:v>
                </c:pt>
                <c:pt idx="5">
                  <c:v>242</c:v>
                </c:pt>
                <c:pt idx="6">
                  <c:v>252</c:v>
                </c:pt>
                <c:pt idx="7">
                  <c:v>263</c:v>
                </c:pt>
                <c:pt idx="8">
                  <c:v>272</c:v>
                </c:pt>
                <c:pt idx="9">
                  <c:v>281</c:v>
                </c:pt>
                <c:pt idx="10">
                  <c:v>292</c:v>
                </c:pt>
                <c:pt idx="11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D5-4313-A20C-877DA180DE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SEO</c:v>
                </c:pt>
              </c:strCache>
            </c:strRef>
          </c:tx>
          <c:spPr>
            <a:solidFill>
              <a:srgbClr val="5A9E96"/>
            </a:solidFill>
            <a:ln w="25400">
              <a:solidFill>
                <a:srgbClr val="5A9E96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96</c:v>
                </c:pt>
                <c:pt idx="2">
                  <c:v>102</c:v>
                </c:pt>
                <c:pt idx="3">
                  <c:v>112</c:v>
                </c:pt>
                <c:pt idx="4">
                  <c:v>122</c:v>
                </c:pt>
                <c:pt idx="5">
                  <c:v>128</c:v>
                </c:pt>
                <c:pt idx="6">
                  <c:v>133</c:v>
                </c:pt>
                <c:pt idx="7">
                  <c:v>142</c:v>
                </c:pt>
                <c:pt idx="8">
                  <c:v>153</c:v>
                </c:pt>
                <c:pt idx="9">
                  <c:v>163</c:v>
                </c:pt>
                <c:pt idx="10">
                  <c:v>173</c:v>
                </c:pt>
                <c:pt idx="11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D5-4313-A20C-877DA180DE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SMM</c:v>
                </c:pt>
              </c:strCache>
            </c:strRef>
          </c:tx>
          <c:spPr>
            <a:solidFill>
              <a:srgbClr val="D07060"/>
            </a:solidFill>
            <a:ln w="25400">
              <a:solidFill>
                <a:srgbClr val="D07060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60</c:v>
                </c:pt>
                <c:pt idx="1">
                  <c:v>65</c:v>
                </c:pt>
                <c:pt idx="2">
                  <c:v>57</c:v>
                </c:pt>
                <c:pt idx="3">
                  <c:v>72</c:v>
                </c:pt>
                <c:pt idx="4">
                  <c:v>82</c:v>
                </c:pt>
                <c:pt idx="5">
                  <c:v>92</c:v>
                </c:pt>
                <c:pt idx="6">
                  <c:v>78</c:v>
                </c:pt>
                <c:pt idx="7">
                  <c:v>87</c:v>
                </c:pt>
                <c:pt idx="8">
                  <c:v>93</c:v>
                </c:pt>
                <c:pt idx="9">
                  <c:v>102</c:v>
                </c:pt>
                <c:pt idx="10">
                  <c:v>114</c:v>
                </c:pt>
                <c:pt idx="11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D5-4313-A20C-877DA180DEB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Email</c:v>
                </c:pt>
              </c:strCache>
            </c:strRef>
          </c:tx>
          <c:spPr>
            <a:solidFill>
              <a:srgbClr val="F5C0A8"/>
            </a:solidFill>
            <a:ln w="25400">
              <a:solidFill>
                <a:srgbClr val="F5C0A8"/>
              </a:solidFill>
            </a:ln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30</c:v>
                </c:pt>
                <c:pt idx="1">
                  <c:v>32</c:v>
                </c:pt>
                <c:pt idx="2">
                  <c:v>35</c:v>
                </c:pt>
                <c:pt idx="3">
                  <c:v>38</c:v>
                </c:pt>
                <c:pt idx="4">
                  <c:v>40</c:v>
                </c:pt>
                <c:pt idx="5">
                  <c:v>43</c:v>
                </c:pt>
                <c:pt idx="6">
                  <c:v>46</c:v>
                </c:pt>
                <c:pt idx="7">
                  <c:v>49</c:v>
                </c:pt>
                <c:pt idx="8">
                  <c:v>51</c:v>
                </c:pt>
                <c:pt idx="9">
                  <c:v>54</c:v>
                </c:pt>
                <c:pt idx="10">
                  <c:v>57</c:v>
                </c:pt>
                <c:pt idx="1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D5-4313-A20C-877DA180D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2A3C3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FFD9BE"/>
                </a:solidFill>
                <a:latin typeface="Arial"/>
              </a:defRPr>
            </a:pPr>
            <a:endParaRPr lang="ru-RU"/>
          </a:p>
        </c:txPr>
        <c:crossAx val="-2101159928"/>
        <c:crosses val="autoZero"/>
        <c:crossBetween val="midCat"/>
      </c:val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/>
        <a:lstStyle/>
        <a:p>
          <a:pPr>
            <a:defRPr sz="900" b="0">
              <a:solidFill>
                <a:srgbClr val="FFD9BE"/>
              </a:solidFill>
              <a:latin typeface="Arial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4E1B3-6566-46D7-ACBA-88E45C53E285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6239-DB15-489E-8C6D-29995B222E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8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9BB91-0CEB-057C-4E06-0E25062C1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000990-1FAB-F463-8816-0C689EDE0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111485-1690-5E5C-0411-EFF56E96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5A44A-3CA1-3344-DB80-F057C12E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E3493-8927-5A0A-E823-C348BC42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23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AF3052-53BA-8427-C5EE-6A58B855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56BEDB-5F13-5014-0670-927CEC63E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6AC04F-A4D1-80BE-9506-4F132B8D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13E54E-8239-39E1-FE76-F13AD826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4BE55-CF34-5C4C-A610-B989D902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69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44A18-7CD0-040A-4823-1906CA00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0D0BE8-A341-6E27-8934-0A17D742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4F75D6-79F1-7347-B3C1-7597FD63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B92E10-D8D8-35BA-E509-D52F4C87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76B774-7E78-0294-8368-DEC9C836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7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369B2-8363-318D-8E04-2F9C9669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A23566-B94B-9D70-3605-F0A4CF392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CEA4DF-C42B-3167-AC62-CAB236A05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1FE480-F203-0A8A-9DE8-46F8537B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1541B1-9917-EC62-446E-CD476401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647D8C-16AF-48C2-D4FA-1D188BB0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97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01C5D-E9D1-38F3-FA79-DB48071C3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BEA46F-5645-90C4-9328-A85F41357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B47BC2-14B6-10DC-AE51-3D15BF977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889115-73C0-201B-4F37-C70A56CA5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06A851B-EC88-4466-6F55-5B62829F0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8935420-913B-0BE8-4924-A535006C5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6E1F066-775E-9216-E79B-64476F58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3D61B7-4447-62DB-2B3E-80736A6C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9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F9302-9A66-CAD3-831D-C34ACE85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AEFC80-A76C-948B-523F-5C9CD455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710D24-F206-7C4F-ECB3-4C762740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811142-CCB1-BBAC-E334-5E8ABF95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4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C795A8-F8BE-DBA2-CA54-5C0D5BED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B4FDAD-91E3-650E-6F0C-A58654F5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33D325-1B42-2E0E-9794-CA20D44FE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20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9452A-345E-3471-8629-A9A057DF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156AF9-220D-ADD8-B0F8-2CEC8DE73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C82C02-B8FF-1013-7605-BD5C9B478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E5449E-A151-BBFC-3EFC-391CAF56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4BC361-7D46-516C-36B2-5587DAA9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E16F7E-D6AD-0CFE-FD45-1943F2A8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29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FF1AC-051D-E97D-8505-7FBCDF160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D5D21FF-CA7F-6376-0BAF-C43AA6E9D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36D7BE-1425-11ED-C58C-9C1ED1937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038744-4DF6-A3F9-0BA7-A254E4BEB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42B2F8-B9B5-E339-D18F-540D31BE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7662A8-7396-0E77-6757-FE02C1D8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03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2E267-8CD2-B891-4913-966E9825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DDA672-7AE7-CC33-830D-C4820DDD5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E6633F-3AA7-69A5-219F-4B6A7904B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EF2060-64F0-713B-0A55-242AAFD3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DBC5D6-EFFC-2BA9-EB45-1ED49981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7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DA8BA1-0495-B73A-8DFC-D345C5478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D366CF-9D22-E22E-BF0E-F3F77D435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F83E6D-058B-1A77-E90E-4C9F1FB8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C73F98-12C9-26D1-1074-F789FF37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5912C-F325-D7BD-A1FB-089D7516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995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0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3B670-7D6F-7C2F-8012-723BF939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9BD1FC-9739-53B5-53D2-93ED72F40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D8BE07-1DF9-E799-2C4D-89309A9FA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2A9DD-FCB9-4ABA-AC5E-C2C7A96B391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51C362-F448-5873-980F-078CAF5D4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2DCAD9-65D3-75E3-8C64-8A7A3362A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A3FAA-0C9F-4FD3-A7FF-B346C02D8C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14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26106"/>
            <a:ext cx="3895032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Динамика трафика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221383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Тысяч визитов в месяц по каналам · 2024 год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98086" y="5862935"/>
            <a:ext cx="1079552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Контекстная реклама и SEO обеспечивают стабильный рост трафика на протяжении всего года. SMM демонстрирует сезонные колебания с пиком в декабре. Email-канал показывает планомерное увеличение базы подписчиков.</a:t>
            </a:r>
            <a:endParaRPr lang="en-US" sz="1050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8086" y="1521123"/>
          <a:ext cx="7556807" cy="4231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66FAD8-8987-FF1A-BB84-0AC3D0B440DA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Quattrocento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2026-06-28T15:11:04Z</dcterms:created>
  <dcterms:modified xsi:type="dcterms:W3CDTF">2026-06-28T15:11:18Z</dcterms:modified>
</cp:coreProperties>
</file>