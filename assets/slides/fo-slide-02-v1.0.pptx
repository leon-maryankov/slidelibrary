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2A558-364F-4B03-AF11-54BA3A6E6230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F6E83-D8F9-46E8-A7DF-5AD292C88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75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FC7AE-7D05-81DA-9708-7FF3EC3EB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8160DD-BB6B-BAB4-0C18-0CD3992A9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D514FF-6CD1-5E48-8D4C-5B1D7CBB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C75DF3-3AA8-5ABB-B82C-40E21AF8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894FD-ECDF-0B16-9583-C361A57B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61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68D8D-5CDA-3086-C3C9-58F30185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89788F-ECC0-7A13-E8B7-38794B2A7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8FE9C4-D74D-691B-82AF-D8F160FAC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F1D47C-8554-D123-9F0F-621F7FBFF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1F72B6-077F-205A-F39C-104463C5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91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AFD0B8-950D-B75D-5ACF-15C7462C8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241029-23FF-50B2-7618-C30B00D60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EB116F-2E07-A0B3-D54F-E9B83C77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371F9A-5014-8695-622E-DD025C7E4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405480-45B5-7194-6BEC-8B076831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30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17C529-91F2-BAD0-F7D9-6C5621F9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ED4FC9-C0B0-BC00-9FC8-E78CB651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FA82F5-C32C-ABAD-4B68-1C4F89353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C07946-4E4D-2846-6794-CE979F46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3A6EA9-6203-72A1-66BA-2B0D4DA51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7EC66D-7581-8898-EF61-EE3E90C9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81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1A84B-55D6-59DA-E08D-2FF8228E4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72F9B1-7171-4E5F-D837-90CE54556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992FF8-DE67-C423-9B75-BA1E5A5FD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042004-8824-E2F7-A8A8-2D152473F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8C7CC77-B359-DCB6-9CEF-9994DA8D0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19E406-FC50-31C2-FF52-13C0D684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8E52C69-670E-37DE-4D11-7B743EC31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CD6E2D-DFD6-53A4-29C1-640E5018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874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0650B-9334-F7B5-3672-EC9593F8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275C630-76D9-9509-8DDA-B0C39BAF0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0175CA-FBA7-CFF7-F3DA-CFD02E661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936D97-1D48-0354-1A80-FB716302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193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CAF080B-0CF7-75A2-BCE8-1A8DAC12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4B7E72F-5ADE-E46E-D463-0642462C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1025B6-6EB3-B24D-54BD-102BBF4F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380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23095-0A8B-AD73-3B9B-0BAF8987A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89C200-BDEC-2A0B-47EE-8A5EF2550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6BAC71-134F-5B91-E5DD-46EAF6A44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13E8A2-A9E2-0D5E-9300-18D86609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B0542E-B244-462C-95D1-22F168D6B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6F6115-6A65-A776-0C38-649E684A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561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23766-FB0D-9358-82E2-76FE903C1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5CCF013-193F-3BB9-FC72-18EE33B47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7A46BA-863F-F1C7-2429-D1115BDD9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CA33E-77B0-1193-1DC3-6B7BFA642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1B9941-87A1-1E75-E7FB-F44D0F541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4DF9CE-4851-05BE-4D62-8F70C731D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94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E914B-D602-0217-425A-F5DA9056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54BFA4-0404-C964-6D20-D922F2603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813CD-5679-0F1D-2886-CE8119AD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1FBA81-FF6F-5D98-CD1C-1B499931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BC5195-9E7D-7CAB-B997-50BF88CD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67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904268-215A-491F-C118-E999022F44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ACF53B9-33A3-7CB8-5D12-23CE61E84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A941A5-8B51-45A7-CAB3-D0835EB1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A154-3D0A-446C-8F41-04FAA71A080D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DD03D0-5D74-0048-1D60-03A8A912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3954E0-BDAD-3A60-2748-A30A21D6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251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4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CC279-6DC0-9944-C6C1-718B1D99D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CF0419-B7DF-AD32-CC82-0BDE6DFA1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91EC7D-CC49-38ED-4803-71976E16D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2A154-3D0A-446C-8F41-04FAA71A080D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B715C-3D66-AC55-C043-C0E56EC54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E4FD7E-F15D-C95E-9A93-8EB8DA9F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1C700-3222-4773-A245-B392B78A49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6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25488"/>
            <a:ext cx="676446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Финансовые показатели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711127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Ключевые метрики 2024 </a:t>
            </a:r>
            <a:r>
              <a:rPr lang="en-US" sz="15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года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2354362"/>
            <a:ext cx="527304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2,4 млрд</a:t>
            </a:r>
            <a:endParaRPr lang="en-US" sz="5150" dirty="0"/>
          </a:p>
        </p:txBody>
      </p:sp>
      <p:sp>
        <p:nvSpPr>
          <p:cNvPr id="5" name="Text 3"/>
          <p:cNvSpPr/>
          <p:nvPr/>
        </p:nvSpPr>
        <p:spPr>
          <a:xfrm>
            <a:off x="2161228" y="3261916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Выручка, 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86" y="3674864"/>
            <a:ext cx="52730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Рост </a:t>
            </a:r>
            <a:r>
              <a:rPr lang="en-US" sz="1550" b="1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+18% YoY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220463" y="2354362"/>
            <a:ext cx="527314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480 млн</a:t>
            </a:r>
            <a:endParaRPr lang="en-US" sz="5150" dirty="0"/>
          </a:p>
        </p:txBody>
      </p:sp>
      <p:sp>
        <p:nvSpPr>
          <p:cNvPr id="8" name="Text 6"/>
          <p:cNvSpPr/>
          <p:nvPr/>
        </p:nvSpPr>
        <p:spPr>
          <a:xfrm>
            <a:off x="7683605" y="3261916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EBITDA, 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20463" y="3674864"/>
            <a:ext cx="527314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Рост </a:t>
            </a:r>
            <a:r>
              <a:rPr lang="en-US" sz="1550" b="1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+22% YoY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479703" y="4340877"/>
            <a:ext cx="527314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−85 млн</a:t>
            </a:r>
            <a:endParaRPr lang="en-US" sz="5150" dirty="0"/>
          </a:p>
        </p:txBody>
      </p:sp>
      <p:sp>
        <p:nvSpPr>
          <p:cNvPr id="14" name="Text 12"/>
          <p:cNvSpPr/>
          <p:nvPr/>
        </p:nvSpPr>
        <p:spPr>
          <a:xfrm>
            <a:off x="4942845" y="5248431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Чистый долг, 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9703" y="5661380"/>
            <a:ext cx="527314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Снижение </a:t>
            </a:r>
            <a:r>
              <a:rPr lang="en-US" sz="1550" b="1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−35% YoY</a:t>
            </a:r>
            <a:endParaRPr lang="en-US" sz="15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AAB2C60-2C9E-7EB2-5BCD-245F37095D69}"/>
              </a:ext>
            </a:extLst>
          </p:cNvPr>
          <p:cNvSpPr/>
          <p:nvPr/>
        </p:nvSpPr>
        <p:spPr>
          <a:xfrm>
            <a:off x="11066106" y="6512767"/>
            <a:ext cx="1125894" cy="345233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</Words>
  <Application>Microsoft Office PowerPoint</Application>
  <PresentationFormat>Широкоэкранный</PresentationFormat>
  <Paragraphs>12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Arimo</vt:lpstr>
      <vt:lpstr>Arimo Bold</vt:lpstr>
      <vt:lpstr>Arial</vt:lpstr>
      <vt:lpstr>Calibri</vt:lpstr>
      <vt:lpstr>Calibri Light</vt:lpstr>
      <vt:lpstr>Syne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3</cp:revision>
  <dcterms:created xsi:type="dcterms:W3CDTF">2026-06-28T15:13:12Z</dcterms:created>
  <dcterms:modified xsi:type="dcterms:W3CDTF">2026-06-30T16:02:56Z</dcterms:modified>
</cp:coreProperties>
</file>