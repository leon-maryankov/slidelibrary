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3080C-7EE9-479E-9661-1E78448DE79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6D8B0-A7EF-4FB4-88FE-F2B8522E35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95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0D8D1-4CFF-F32F-27BF-201BEF450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02E27E-904B-BF2F-93E4-D44C0270D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CCF749-E428-8739-2E45-E7BBB72F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AEA3CA-F8BD-15D2-492D-076B47DD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D0D93E-509D-BB8E-C488-6540A820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48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CDE67-E867-0F2E-606B-7F1FB1A4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D26FF-ECFD-A879-C967-1B2C5B73F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74DFF2-B7CD-CE2F-774C-BFEB22B2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8007BF-343B-B9B2-65D6-35487B95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6593C7-768A-8397-F5BF-5A437B8F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08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6B8A9-17B9-64E6-A481-C5F0C2D1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48FC51-9A47-3B8B-AF6B-FC4CF2E27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6EA6BD-F3D6-F623-E6E3-2568201F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0E1983-9743-FFF3-DCBA-11EF67FA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9F7A26-50A5-252B-5576-3D051F169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87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D0CC3-DF04-75BA-9C85-55CC3A8B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82C09C-B646-10D4-1C97-4339A9E7C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F20823-1C18-0137-DE16-BB01DA42B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E8F506-6859-CF54-A69C-271BAA33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2F9F32-9BE2-AD61-9504-B66E9784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F4141C-F921-CE07-42AB-F5D85425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14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2AB9C-64C7-8AE8-66D8-9768A2EE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E2C5B3-E80D-C577-01F5-E49AF3BCA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C678D9-64F3-4B09-F454-8277D656D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28391C-1358-8B36-657F-3A592A81F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5CD132-1599-F48D-E258-F64CEC24A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3963B1-B341-F72E-1374-1704ED28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6CE51D-B0A1-725D-DE49-6E3EA523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C16EBC-D860-2B24-F8CA-F8E1E3D3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93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36CEA-99F5-27C0-99AC-A530854B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4DDC6C-8908-E986-7CFF-35274465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691253-3DED-3085-1FB3-3E9ED641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2667F2-551C-08B2-1FB3-AF07B35D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84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A6E593-04D3-064A-950A-A2EF35E3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8D8F331-A209-FAEC-91A5-34438432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790370-21C4-57A3-FA45-52B1ED8F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50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3883F-24D9-4757-8034-7EFC9C2F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C3FF3F-5657-830E-5237-93A29CCCB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D0533F-D570-C470-A3EB-A5BA832D7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54E8DB-EE75-87F0-4D87-BE224C3A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EF9B33-DA1B-2D57-587B-873D8020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D82CDA-C4D5-094C-D920-1B2A59D3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5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E9209-3316-8986-EF3A-03301B6B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ED7E77-6DFE-06F7-F51A-18478CE57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44CB12-1B67-D7D3-C5B0-DC31FBD38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F424FF-768F-1138-3682-CC30D7BA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23087-BE03-AFB0-F9B6-641AFFE7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753B24-D3F4-A9F8-8C11-99E0981D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34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DB9F2-567C-B936-C91D-D2600286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C0B48C-A98F-854E-A410-48BE41673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850E7-45A9-13AF-765A-96115BDE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BD8F8B-F112-C3DA-4731-AC1FF653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CBF874-923B-1506-BF0A-BEC2BA8F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2F714EA-6864-511B-4641-7775D5BDB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535B6B-1FD1-0C4A-5818-1F5F1C706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723A68-C029-8AFC-2BC9-0DE5EEF4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EFFB4D-5AD5-EADD-3062-8247B9F7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99E9CA-EF41-80F0-CEA8-37A3875A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802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1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E1B82-E059-308F-09A8-68B6BC04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47C040-7391-018A-74CA-35196187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6B2159-685C-6F82-8C65-8B6EBAEB5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EBADA-BD0F-4DE2-99A1-12A11287810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9447F-F889-2866-E796-D3B6B4CC6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F96187-CEC3-8A49-14E5-BF19CF83F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4D9B5-F0CC-4B17-87FC-F2F360496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10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476996"/>
            <a:ext cx="6542817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Финансовая отчётность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346263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P&amp;L · Cash Flow · EBITDA · Бюджет · Рентабельность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4006155"/>
            <a:ext cx="2082252" cy="374848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</p:sp>
      <p:sp>
        <p:nvSpPr>
          <p:cNvPr id="5" name="Text 3"/>
          <p:cNvSpPr/>
          <p:nvPr/>
        </p:nvSpPr>
        <p:spPr>
          <a:xfrm>
            <a:off x="817740" y="4065984"/>
            <a:ext cx="2452527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2024 · ГОДОВОЙ ОТЧЁТ</a:t>
            </a:r>
            <a:endParaRPr lang="en-US" sz="12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5FD0BE-CD8A-4BC9-BA4C-1801BF1B58AB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2026-06-28T15:22:53Z</dcterms:created>
  <dcterms:modified xsi:type="dcterms:W3CDTF">2026-06-28T15:27:29Z</dcterms:modified>
</cp:coreProperties>
</file>