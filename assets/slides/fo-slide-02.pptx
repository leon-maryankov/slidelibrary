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BD33E-117A-412D-9EB2-7F160D500515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79214-F616-4F18-9D23-F6EB895F2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180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103CC-A269-411E-E8A4-3FEAA5DD3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09255A-05B7-19B8-4FFD-253B5284D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491181-4EC3-AF5F-AAF1-FE6F39E1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39FC75-83E9-C4AA-65DA-B3A77DF56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0DB11-003A-9A47-20FC-0B42DA5E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22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B1099-3BFD-0E5E-FF1E-1EADDABC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DBBAE-252F-2F0B-C577-64C6D8ECF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474B9-E668-BA56-6533-9A789A13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CCF13D-B7D5-39FA-6FE8-EAE859CF0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E9754-A9C7-5B79-2B41-91258AF5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23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8C9A6-0FC4-1FD5-0F2C-B4FCB51B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82C6FE-A8D5-CDE4-93DC-83737615C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942468-B808-EBAD-54A3-D59BDC01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3A51FE-C02A-0F49-6F78-09D4941B8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FEF95-A5C7-CCFE-D37B-9804D77C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54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D05BD-3C79-D858-F890-F9B21569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30EFAF-3EB6-C475-5AEF-D9645A165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F687A1-75AB-FA72-0E73-9D2D51448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24427A-CF6C-2DED-E4E3-EFBD85A3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D16D22-EDB9-2F7D-AD4C-7C06A8E6B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BE7C9C-D50D-CA64-11DE-4FDE8C78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BA53B-1C76-57D8-5841-18D729B28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677659-5508-7AA3-115A-A18CD0579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EE12E4-EC07-10E6-584D-E41D0B868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23A862-78D1-DBCD-E878-09EB94C59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3786D7-CC01-27E7-5E6A-FA24EFD97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E566D1-5C9A-5B22-A93E-F4BB4F75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F1AE61-1572-52C3-2E0E-6A2D2CA23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B460B4-8C2F-014F-1000-F32D4F79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17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ED37E-A719-AB09-AF4B-27CDD6AD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6D602AF-90ED-E273-1362-48D0212D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192E0C4-1402-8EC2-E40F-66D5007F3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BBD221-3F86-CE00-A141-1FDD5005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99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68EF539-75AA-489B-9902-10FE6A5C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0003C3-AE73-77D0-AF58-1A570174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BE22E5-62A1-2B4B-2922-E739AB54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77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EE313-C248-DF79-AF40-7D99F056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29555F-E152-1AED-F964-334F9ED9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F84FAA-4A56-6308-7822-55E72BE39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CD6D6F-F4FE-B827-78FA-001AE799C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3E77E1-82D1-AC74-198C-7FD4E628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805ECF-411C-7CDC-D9BD-84B77C00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06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B7E34-C920-4A8A-1E40-1885E029E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013D96-FC77-2562-83EF-0187C5F4C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F4E927-436F-20C0-087F-52EAFDFBC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DA6739-C220-0051-AF7D-7F874C0B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B5DCA1-A1E8-9CC5-04BB-0785566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F3F1BD-B369-EF31-0EFD-2F4072AB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07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4B501-66C5-6105-886D-28732965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EBC1BC-25BE-5992-8121-8BAD0D793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FB0A47-E192-6B36-5829-DADCC2EC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B183DB-3466-F597-52B3-98A49A05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606AE0-C5EA-A748-0A38-F33C9978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94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E4E99BA-970F-D3FD-F16C-0B2163284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4D4B5B-9161-A9CD-2B01-A05C7ABC9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51CC19-A909-50C0-2725-41FF39DD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9B9434-465A-2734-6ACC-19E36E70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029AF5-CFD7-9ED6-E805-B10D663F6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668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9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EB513-237A-8FFB-2B2A-D85A940D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9B0A3B-87C3-99C6-23D5-A4E259936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688821-C640-801A-80C1-0EF2085B8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D4D6E-7B3B-4F7C-A4F7-5AEA93EBD9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13BFBB-9E95-2912-382E-ED342DD7C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0C6520-9475-1726-CD55-3A5F46E67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319FA-E052-42CA-B821-67B519A15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04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5488"/>
            <a:ext cx="676446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Финансовые показатели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11127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Ключевые метрики 2024 года — выручка, EBITDA, рентабельность и долговая нагрузка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2354362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2,4 млрд</a:t>
            </a:r>
            <a:endParaRPr lang="en-US" sz="5150" dirty="0"/>
          </a:p>
        </p:txBody>
      </p:sp>
      <p:sp>
        <p:nvSpPr>
          <p:cNvPr id="5" name="Text 3"/>
          <p:cNvSpPr/>
          <p:nvPr/>
        </p:nvSpPr>
        <p:spPr>
          <a:xfrm>
            <a:off x="2161228" y="3261916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Выручка, 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674864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Рост </a:t>
            </a:r>
            <a:r>
              <a:rPr lang="en-US" sz="15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+18% YoY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220463" y="2354362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480 млн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7683605" y="3261916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EBITDA, 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20463" y="3674864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Рост </a:t>
            </a:r>
            <a:r>
              <a:rPr lang="en-US" sz="15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+22% YoY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98086" y="4492724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20%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2161228" y="540027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Рентабельность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8086" y="5813227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Рост </a:t>
            </a:r>
            <a:r>
              <a:rPr lang="en-US" sz="15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+0,6 п.п.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20463" y="4492724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−85 млн</a:t>
            </a:r>
            <a:endParaRPr lang="en-US" sz="5150" dirty="0"/>
          </a:p>
        </p:txBody>
      </p:sp>
      <p:sp>
        <p:nvSpPr>
          <p:cNvPr id="14" name="Text 12"/>
          <p:cNvSpPr/>
          <p:nvPr/>
        </p:nvSpPr>
        <p:spPr>
          <a:xfrm>
            <a:off x="7683605" y="540027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Чистый долг, 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20463" y="5813227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Снижение </a:t>
            </a:r>
            <a:r>
              <a:rPr lang="en-US" sz="15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−35% YoY</a:t>
            </a:r>
            <a:endParaRPr lang="en-US" sz="15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AAB2C60-2C9E-7EB2-5BCD-245F37095D69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Широкоэкранный</PresentationFormat>
  <Paragraphs>15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Arimo</vt:lpstr>
      <vt:lpstr>Arimo Bold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2026-06-28T15:28:07Z</dcterms:created>
  <dcterms:modified xsi:type="dcterms:W3CDTF">2026-06-28T15:28:23Z</dcterms:modified>
</cp:coreProperties>
</file>