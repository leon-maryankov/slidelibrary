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6EF13-7446-4682-8FF2-C90373F01A9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A8C88-97E0-41F0-BF12-6B21C4A22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9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4D264-0A25-1E03-D1F9-D272E5760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E1439A-5D41-36F7-C174-1BE936C0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6A6D07-AFF0-5EEE-5BA6-91BE8640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163803-1C96-BAF6-7951-581AF24D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FA7B55-9928-1DA2-AB24-2F4BB7CC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48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3EE73-DF4F-5A27-0954-C7A8D249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27CC71-BC21-C66A-3400-97882975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E9493A-549F-3303-69D4-D89BA2F0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A25098-4AD4-4F85-EF7D-5840C085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0AC2CE-E88A-096F-9A62-2C09B6B1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01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3A17E-D2A1-401C-F6BB-2A640366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3FA117-6862-74C6-490F-6060DDF6E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BAFEA-FC61-E980-72E8-A7BD4CA1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9914C1-7C2C-45BD-8EEE-37DC833B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A4A7C-9852-A743-41F1-04F03816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600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1DF1D-3B61-696E-AE6D-DED9A6A7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920644-49E3-C6C9-E894-872F54857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D0A331-DADE-1D8C-8235-77E62DDC0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FE99A-7972-4FCA-C76F-E17A8A45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A3033-0ACA-561E-F712-7912C11F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1B6812-101C-27E9-06E9-8FFA3BE7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75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E91CF-EBEF-8C1F-2583-6DD0CB83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17AEC1-5171-54AC-5E27-56CB6E2C2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DABF68-C99A-09A2-B753-29AFE407A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6A6912-92B6-6DBD-B661-566D4ED3B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F8B490-89DA-AA58-A6A8-67A108801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CD5603-7948-E386-78B4-4868472C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ADACE1-D348-2A0B-1B69-503BEB92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D0AFAD-35D6-8F0B-ED64-4E2B9790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5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707A5-789C-CA1C-9AB6-E7164725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59CBC2-C230-CFD8-B230-7EE11954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73CCC6-5FC9-DF49-E677-7E4C4E81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8A3B70-946C-10E3-8186-D6991E5D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7277DB-D19C-3347-6165-715C962B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9728431-E0CD-AB5D-F3A3-FE03B4DD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182C25-F0C7-9152-9014-9CA98E42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874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0561B-1EE0-1735-EF98-B27EC9A8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090B1-A832-0993-7523-0C73FA4AE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A74048-1950-FA44-6866-6DC126500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ECACC7-0EB1-8AC0-80D8-1E4C4166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0AF99E-D964-47DA-71A2-0CCB68E4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391816-2AC7-5B15-C739-C7D02536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07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AAA1C-1479-D1F8-D7BD-64488A50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FC9961-6BE6-02F4-8927-290058904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92402A-5A64-41DC-3054-CA23B86E5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9ED72B-E021-3011-595D-86809AB3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170766-01D1-13EE-937E-61FB6BB5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9D31F4-38EC-E5C3-47A3-67AF51A1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7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42D0C-007A-6DA9-4409-42AFFCE9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737A94-269E-603B-699B-8066CFBE8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398DDE-89B5-8ADB-CB00-97D9F875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ABA12-1EA3-2A4C-46A6-8159B8DA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73666E-A165-A601-2D60-D88593EE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27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A34264E-FC7B-26D7-D5C2-C51C66230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377355-FDCF-E92F-CE1F-8F7C860E7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B0A515-14BC-8207-7E17-E662A90A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456FAA-F224-F970-E784-86A4F5C9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A38498-5829-ABB5-DB43-662C2218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42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104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6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3F465-77D8-B7BD-20F0-4ACE03DA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8DDB0-4C82-080A-1C4B-0315CCA8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D367FD-01CF-2FD1-CC8F-AF872FB34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1C363-6F86-4229-840D-9C79C2598D7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100C12-01E6-C938-15B1-1D4837708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BCD6FE-3594-D8CB-304F-D6655D5CE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B870-6CC8-480E-A5E2-5E57C9944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22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73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04447D-6B1F-4102-1983-CE085DD0D158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526903"/>
            <a:ext cx="671297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50" b="0" i="0" u="none" strike="noStrike" kern="1200" cap="none" spc="0" normalizeH="0" baseline="0" noProof="0" dirty="0">
                <a:ln>
                  <a:noFill/>
                </a:ln>
                <a:solidFill>
                  <a:srgbClr val="FFD9BE"/>
                </a:solidFill>
                <a:effectLst/>
                <a:uLnTx/>
                <a:uFillTx/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Маркетинг и привлечение</a:t>
            </a:r>
            <a:endParaRPr kumimoji="0" lang="en-US" sz="3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8086" y="341272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F9EEE7"/>
                </a:solidFill>
                <a:effectLst/>
                <a:uLnTx/>
                <a:uFillTx/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Каналы · Конверсия · CAC · LTV · ROI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98086" y="3956248"/>
            <a:ext cx="1788373" cy="37484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4016077"/>
            <a:ext cx="215864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9EEE7"/>
                </a:solidFill>
                <a:effectLst/>
                <a:uLnTx/>
                <a:uFillTx/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2024 · ПОЛНЫЙ ГОД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Тема Office</vt:lpstr>
      <vt:lpstr>Office Theme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2</cp:revision>
  <dcterms:created xsi:type="dcterms:W3CDTF">2026-06-28T15:08:25Z</dcterms:created>
  <dcterms:modified xsi:type="dcterms:W3CDTF">2026-06-28T15:08:54Z</dcterms:modified>
</cp:coreProperties>
</file>