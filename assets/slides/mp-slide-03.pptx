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B0127-E03B-485A-B6F2-2FCEAFFA121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9170E-3F72-48D9-A859-C0074E7EBE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20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BB2DE-4673-F265-FB1A-D064BAF25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5B9-1461-60A5-8E37-DA2C1C6E4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5DB180-89A7-E402-0966-5FC031255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288D2-A466-1E63-43C3-1622399C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7637A7-C59B-FF6E-440E-DAEE85B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37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40540-BA67-E62C-C3D0-8C402B01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E959B5-736C-B75E-9492-1533FBE9A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94FB2-9BBC-6C1D-C23A-882F22A5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D10B9-67AA-A750-017C-1C3E3C23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A60109-BFFC-861F-B0E0-53395D8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55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9AE08-5444-14EA-7C4C-31535280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0077C7-856B-D52B-7562-B3D6C5CA2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1D4BF-6218-C676-7136-BCF1CC27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0910A2-B2ED-06F2-078C-F3D54630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947DDD-77DC-3E0D-730A-AA2C1581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04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34B03-1298-85F6-F500-24ABF1DD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8D1D7-7CCF-9778-3827-6120088FC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0B73ED-2CE9-2D90-5FD0-891F93DFB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1D08D7-B98A-2A2F-F766-95C84D49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A2E076-B54C-7E77-2F88-9861D72B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54A2EC-53F7-600F-BE37-95AEE681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86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7DF1A3-3E3A-3390-8DAE-1D615CF2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4899D2-CDB0-00C2-A69F-86F816580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87F06C-904B-1358-28E1-8B9D0479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47A5BAE-8256-1BB1-5B9E-ED512B7C5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B18BCB-2EA5-04D7-4295-1CB9E772F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597609-694A-7CA1-0145-1B2970CE9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FBA393-45C3-A495-97A6-B33262E1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19C98C-1463-A3C6-D98F-0FEE63D6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32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62FC4-0B42-1A6C-42A9-79B0EE03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5B2F76-D10E-9DF3-34AC-CCF27D346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0D2505-BEF6-1214-9727-9296B8DF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46BCEF-656E-290D-4C1E-5D4D441A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8FEDFF2-8DFE-B4FB-0E26-577F8C44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4B0200-7BA5-8E36-4E23-E3C99258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75FDAF-D1CB-549B-C914-85AC46FE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50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5D9F7-4BCF-B7D0-7E94-2700C252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BBE48B-3F62-48B7-8E6F-1F48610FB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186AE3-003A-8180-43FD-084346BB6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22B474-10E4-C91D-9C5D-50055783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432E66-EC0B-0749-6BB8-0BDF3F90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1AF2CF-7A56-4480-58F3-826A7F94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56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2981D-FD91-EE03-07CD-EC66E7EE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554C94-9A44-F192-1DA0-02A913FBD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05D556-90C6-51B5-FBDB-BDCA8FBB9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2816D0-90A1-09F9-A5FE-EDA67840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3E504A-9D9B-5860-3C40-9D5DDC83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F520FF-E2C1-E30D-1F3E-5A0CE693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18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7BEF4-86A2-9D35-6704-D93AF7F3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938233-BADE-69EA-AD18-283E78F45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EA6755-D60A-84DA-7F03-A145F8CD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18EFC3-9976-08A3-A7A3-5A6BE91F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AC06E1-7EA6-1B06-EE25-F1F3C975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58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98A987-7721-2BC7-4772-A578AC04D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70B439-3190-87F3-7453-D1A2F70D2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0EF4D-DF63-DAEF-F053-8D9BCAD2E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177859-F330-F9A3-564B-3578E161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FB9ADE-C803-F50C-7D02-4F9EDAE9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62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8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8495A-F815-50F4-C8BE-6EEAF63E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8319E0-F76A-EE84-44EF-A2FB6196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86740C-91CB-CCA3-2552-D0115D886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B12BF-BB43-436C-AF15-9E78483E784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2F1616-0D10-CDA0-9EF5-04808128B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C5BC2C-3CAF-CB66-5364-EAC3B635A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F85FA-9461-4730-B7AF-BADE71F8B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30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441" y="240718"/>
            <a:ext cx="31831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Воронка привлечения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941586"/>
            <a:ext cx="383659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От первого касания до покупки: 2024 год. Конверсия на каждом этапе воронки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45869"/>
            <a:ext cx="9631122" cy="52629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3777" y="3601549"/>
            <a:ext cx="2231608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Охват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9930" y="3563322"/>
            <a:ext cx="2231607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Визиты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16854" y="3581518"/>
            <a:ext cx="2231607" cy="28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Покупка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64820" y="6350978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Общая конверсия из охвата в покупку — </a:t>
            </a:r>
            <a:r>
              <a:rPr lang="en-US" sz="9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0.6%</a:t>
            </a: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. Наибольшее падение между визитами и лидами (с 20% до 4%), что указывает на потенциал улучшения посадочных страниц и форм захвата.</a:t>
            </a:r>
            <a:endParaRPr lang="en-US" sz="9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4598D8-32C5-1513-787D-C0341D5DF3E3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Широкоэкранный</PresentationFormat>
  <Paragraphs>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2026-06-28T15:10:14Z</dcterms:created>
  <dcterms:modified xsi:type="dcterms:W3CDTF">2026-06-28T15:10:33Z</dcterms:modified>
</cp:coreProperties>
</file>