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B609F-03D8-4C42-B6EF-EA4855845BD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4D3E-F437-465A-843D-2F30C38148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43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57AC3-6755-599C-819A-CE5694AE6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DBA2DD-3FD6-7AAD-65CF-5962975E3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91236-828C-E52E-40DF-A411A827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28913C-E4D2-7E97-D86A-23615CE2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BA2AB-9DCF-7F0F-0AB3-1A6DC9A6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8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07D09-62EA-BD4C-EED2-1090FF3C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5AAA8-3231-B726-13CD-6F7AC6D12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7DCB3A-F662-91C6-7174-633CBEB3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0A4159-47F8-3887-4360-9929AD195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C0F8F7-6727-FC8C-CCB1-65CE0ED8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35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B3361-4973-E851-3900-15883037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4F25B7-5A02-930B-FB4E-A97ADB4A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9D35C-5806-6AE2-19E7-6B613532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B9D86-44E3-1169-552F-EEBCEFFA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39789A-CA23-F64A-F885-29391246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86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B3383-FFFE-5A10-6F00-D41A6022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9A8F35-93B9-D1EB-A307-20877917D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9A3322-6F72-0400-CBD6-2032F90A3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CC8967-5BF9-3846-8A64-0F596BFC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E936BC-DCF3-7784-A510-643FA4DA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573B14-D6D4-0039-4087-0CE007B0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68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1DC37-5D83-EB64-669E-47C98AA88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044B02-85BD-89A1-D455-CAAB567E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6D0E77-4D54-8FD6-F28B-DFF5071FC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94EE33-7321-53C2-AED9-B429524F2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2A156E-5B83-FFFA-B6F8-F8C98A6E7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97ACCC-8E11-F00F-BCF7-71031DFA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D5117A-3D82-4B1D-E86D-EBC7567D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AF32EF-9D2C-8F36-1E41-255056ED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4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4BFD0-149C-EBB1-8DC6-4B6534B9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1C0945-11B4-4D0F-E6BF-4449184E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487222-1D40-F203-F4CC-F4CE93E8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258EB7-D920-A196-CEB1-AEABF3AB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91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B833E1-0D96-DBE0-CFFA-255BF56E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CFF6AF-F071-AE4C-45D6-591FB33E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113CDA-0CC5-7904-DD29-BDBFCF9C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21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5CEAD-FB4A-3289-758C-DC006012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1A803-703E-6982-52E1-6A24B85E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425FED-9947-C1B5-0ED0-AC015E7D5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EEDCD6-8B25-0BB8-635A-114DFE07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E30469-98EA-4239-63ED-152557ED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657EBF-5A6E-4F2F-E790-0B3513E8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69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11BCC-B0BF-5AA1-33BF-EAB08E2E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28DE3F-62B8-E5DF-45A5-DE18160F1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DE4FA3-41BA-1856-7DA2-7154BF9BC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CFA3D8-B544-4B2B-9F8F-DC53F304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84DA5C-BFB4-544E-4FA3-2491DDE8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C69807-F430-FE2D-B119-8E82C3D7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18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50FF0-4B35-A48A-4826-BF60CD753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065F47-23F5-BF96-F69C-7A7C21F68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FE058-1617-FFD4-AD02-3716254C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48CD9-98A4-F2E4-A296-CB6F4800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366904-4521-A1E7-89BA-FE71AA8B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47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1A8E1E-6E08-2ED5-3F80-2AEE9D8F2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352F8D-DA95-F225-7743-3D5D9FD1E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B0CEA3-354D-6AA7-92B0-64F29F2F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328342-C519-AB33-3138-AFD6AB02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6710CB-240B-4D73-1057-6C81E89C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836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8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13DA5-29E2-123F-04C9-1D022661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38BA2E-98AB-1120-B911-45B4BB7A2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C8F01-360D-5166-B3E2-36F0BD950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5E8D3-5872-4D68-91C4-AB3991A2CFF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1A454-FF09-99E3-6D5F-E7144514A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1A0C36-AC86-F924-EFD6-356AA17AA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E687D-C3B3-4436-BB7E-2BD3A740DC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11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4468"/>
            <a:ext cx="1525053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FFBC8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4879" y="721122"/>
            <a:ext cx="19078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ИТОГИ 2024 ГОДА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95276"/>
            <a:ext cx="570473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Ключевые показатели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693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метрики vs план — результаты за полный год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578894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₽2,4 млрд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2138210" y="343882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Выручка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84750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+18% vs 2023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3915" y="2578894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6,7%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7690749" y="343882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Конверсия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13915" y="384750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+1,2 п.п.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62240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72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2138210" y="548233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NPS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89101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 8 пунктов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3915" y="462240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38%</a:t>
            </a:r>
            <a:endParaRPr lang="en-US" sz="4900" dirty="0"/>
          </a:p>
        </p:txBody>
      </p:sp>
      <p:sp>
        <p:nvSpPr>
          <p:cNvPr id="16" name="Text 14"/>
          <p:cNvSpPr/>
          <p:nvPr/>
        </p:nvSpPr>
        <p:spPr>
          <a:xfrm>
            <a:off x="7690749" y="548233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Новые клиенты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213915" y="589101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−4% vs план</a:t>
            </a:r>
            <a:endParaRPr lang="en-US" sz="14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1B1A4C7-7C7E-AE15-05EC-EFD5164AF899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Широкоэкранный</PresentationFormat>
  <Paragraphs>16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IBM Plex Sans Medium</vt:lpstr>
      <vt:lpstr>Roboto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2026-06-28T07:39:08Z</dcterms:created>
  <dcterms:modified xsi:type="dcterms:W3CDTF">2026-06-28T07:39:27Z</dcterms:modified>
</cp:coreProperties>
</file>