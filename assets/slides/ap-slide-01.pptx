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C9527-2E23-4130-810F-232BC2F0B35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F960D-0E94-4886-8531-819EF66DA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50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5F130-A802-669F-F5E3-21C530F45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02FF8F-3AE8-0806-B41B-8F188708E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D6DA0D-FC53-FD18-A431-D7D694D5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E48621-4E6E-0715-F515-3D92DC6E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A19BAA-43C0-93F6-80F8-329554EB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89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CD34B-D48A-604F-1BFF-397F7C05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14D15-C945-1F75-EFA3-BD071B84A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748813-53BC-B1D8-F7FC-E372D8589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A217B7-B811-1859-10B0-7D78368DC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AAB1F1-EBBB-5369-CAD3-DAB73EF0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80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051B3-3961-C396-595C-9DBAEE28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6E050-4A8D-DEBF-CEA8-4448BBF69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4B1EF2-9CA7-AA1E-E292-F787CE8C5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B72368-75F1-5633-67EF-047E79C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5FB90E-4496-02F1-ADEC-E20C02DA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70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07AD3-F0C7-3A98-E2E5-2B0BA569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4FF9A-7C35-4AE1-0CFF-E101D8C58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6AE43D-F38B-DE41-D4EA-4E7E2ECBB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F2DFFF-B52F-67D8-1438-F07A9623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AE2410-96CD-0EA7-9BE4-D21E590D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C83467-4746-9567-B733-32737F89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29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06776-8309-D293-B83A-D5FD854D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8191F7-4B41-22A7-9552-910114A5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C76642-6485-BD15-3517-6351368DF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5DF32D-8964-7009-A581-71403D1EDC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480C3A-6823-30A7-4329-AD6FD717C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BC5906-FBCD-27C5-899B-E9164D84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F3553D-9F08-08C5-53EF-3A419074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C040CA3-236E-5EED-40DD-A38CB61B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845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45FE7-D560-DC54-85CD-288D106FD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685C8C-22A1-FB1E-B6A9-031F6094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60CA13A-0221-FBEE-C322-53732D5D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D84971-B1A5-9BCC-D2A0-5D1C3E6D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54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3044777-763F-C1B9-D802-6FC54303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356715-D98B-CF48-2BAE-9FF39272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8A7FD4-0973-9B55-0832-9A5F3530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5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D22E4-C256-9148-5018-1F31D4E11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4FEEB6-C89B-F64F-207D-A26E6E118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CBF9B0-B581-329F-20D2-D7719D037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6EAE04-9A91-49AB-7B24-19AC299C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154933-93DC-0B5E-D214-A6FDC590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C98430-D883-4659-2D9E-E5650B93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975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4D4EB-97A8-B80E-B7BC-FB8F91AA2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EA86E9-AAE7-17E0-1BE6-AD622A136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04A568-E4B3-D11D-5DDE-95564EC98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D07E0E-64CE-D05B-866A-F8ADF7F8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E67683-B79E-BBAB-0FCA-AC641BE5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B86A95-9AFA-9974-F2AA-AEBC0BA9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5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E1999-7EA0-D7F7-4032-1CEB7548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E89D0B3-49D3-41B4-A916-4B5EBABCD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2833E8-4697-75E8-3EB8-FB9A4D66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CB3196-26E6-04C3-09E5-DA8D22E9E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0E22F5-CD50-EBF2-CDFD-2776A1F3D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05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FCA2380-6756-6C4E-27F2-A0A0DC468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AA343C-5E2B-617B-9177-4794A1816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C09524-8F30-02F2-5DF7-42F31601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2EF354-E929-EEDF-0A90-F7210CDD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B040A9-0DF8-45B8-AE61-D844A185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76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3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9D91C-BDEE-2EBF-50B5-52E6DE9BD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FC98A-112B-8FCA-9954-AAC16FC46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502E7F-AA53-21E6-F750-33F044CE3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B2380-A69B-48FC-9C43-F09331CEB6E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9FA379-E25B-21D1-5A75-75603813B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8FEBB2-1D85-7B5F-316E-F60D0F7D7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1EC89-5414-4CAA-8E16-6A21B808AE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27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367756"/>
            <a:ext cx="2192382" cy="355203"/>
          </a:xfrm>
          <a:prstGeom prst="roundRect">
            <a:avLst>
              <a:gd name="adj" fmla="val 6386"/>
            </a:avLst>
          </a:prstGeom>
          <a:solidFill>
            <a:srgbClr val="4D1F00"/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2798564"/>
            <a:ext cx="975325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Аналитика продаж и клиентского опыта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672681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Дашборд · Метрики · Тренды · Сегментация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2024 / Q1–Q4</a:t>
            </a:r>
            <a:endParaRPr lang="en-US" sz="1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BD54BA-9B2B-8180-0074-14AD9709E343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IBM Plex Sans Medium</vt:lpstr>
      <vt:lpstr>Roboto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2026-06-28T07:35:32Z</dcterms:created>
  <dcterms:modified xsi:type="dcterms:W3CDTF">2026-06-28T07:36:01Z</dcterms:modified>
</cp:coreProperties>
</file>