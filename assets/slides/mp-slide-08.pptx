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DC147-36F4-40DD-9340-FA78EB99D53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E5953-3194-49B6-ACAB-3C662B6DE7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15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2D4D6-3366-6343-5975-5AAB9CC9A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1BF323-4BAD-B9D3-5827-74D01CB4C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E59937-D1B3-90FD-B0C0-B5D73F95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669F58-0A30-E429-3E34-FAD122A4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0D6A4D-A5D3-AEED-AF96-56B5EFCE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16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7AA99-EB3A-1AFB-4351-CA74097B0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84CBE0-9FFD-C3BB-2A77-2EC5D4F7A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AADF92-2D45-83A0-820E-F08C92A2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B12EF3-F26F-45CB-224A-CE9A9108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E06A08-6AC6-428C-00FD-37649B45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81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EFF42-AB03-A164-5FAE-525B1698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6C6F97-8181-A3B5-FCEE-6246D12F9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4234A3-09DC-5FB1-650B-886D3EF8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A17A11-68A9-6E76-458C-BADC3F510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25B541-7964-1CAA-327F-1E18BBE9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13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C10E0-7A75-D01D-5970-D9A06334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1C16DB-A3BD-8360-F3DD-A1F2C02A5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089264-0200-7767-9049-EF96E82DF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1C024C-E31F-7178-5091-61A9349F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7B5A9E-B4E1-A5AD-E464-243AA11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CC371C-F7FC-575C-F29E-C5086056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47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2DADD-53A8-B301-1A88-FB845BD7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20903B-9A81-AC41-7A9E-F2AAB7A17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E1BCFB-810D-294B-BDF6-98288E2ED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1F25E2-D457-8C38-3256-297C2AB40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CB49487-5201-6481-94A7-4BB2A9DA6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969C123-5755-0164-E527-0E7F8528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F741EA1-3378-41D1-3E9D-EFB4F29B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DDC14E-941A-C0EE-5628-2B541714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04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E7D32-79C7-6D33-13AB-F39F1758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E2E9390-592F-1788-DD66-821D216A1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53602C8-DD6B-5DBE-3396-C2B95C63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D7F33E-77B5-7A51-24F4-44D2116A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18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340FBE-27AB-237B-BB35-FB585294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5C50A8-DC07-3FAA-BAF6-06DC6A01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7F7C22-22F4-11CC-F467-82AB58D9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353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4DF8B-92B6-35C2-ECAB-152B14D3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F1300C-E151-4F6D-58EB-5E0BFC27E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113BB3-11FD-3524-56D4-105D4E5A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B420A3-6F44-8957-D7D3-1B137595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816894-F8F2-E264-DF17-261B811B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A979CB-A9FC-A18C-0435-6557B850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26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EEC94-06C0-A0C2-45FF-6C6ECCA3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3917C9F-AB66-3380-CF79-BA066C472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F12BD0-ADCB-71A3-F5D3-5242C8AAA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E9F5E6-067E-FEEC-E0A4-BABD88BA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8565F6-F063-01BE-0C7A-FA84C783F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B7C411-6769-C7DD-E9C6-C73A4601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397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5908F-0043-7666-0351-3FB95DC6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026BBC-B4B3-236C-8C7B-29CB53BB2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2F3E49-308E-BBEC-8C05-F9D2DA14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87F0E-78DD-4CBB-7E96-E82DE6E7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B4B249-8502-2133-72C1-FFA443F8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56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67952E2-FC81-65F9-2AD5-868DA39E8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E92DDE-8A93-EFEB-3E55-2CF3F8576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71AFC9-9D22-F7BA-5D0D-0691690C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8B8997-08A6-F196-8B28-661F5881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D549CD-3927-A672-97CB-9CDA65F9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253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3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AD38D-35D8-7932-93F3-2922B4362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B2EF52-13DA-6A83-45A8-A875FC550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75284E-EF2B-1473-52CD-05384B5B6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C60F-2F55-4E53-9F10-43E253A1FDB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9822EF-8787-7AE4-D0B5-A15181E56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C6F4B-4E59-B6D7-A43C-DEB14B72A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E3AA2-1E42-495C-8825-FD3CDF9132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89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9655"/>
            <a:ext cx="5068463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Сравнение каналов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086" y="1647031"/>
            <a:ext cx="1140510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Эффективность по ключевым метрикам · 2024 год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8086" y="2145109"/>
            <a:ext cx="10795524" cy="3189486"/>
          </a:xfrm>
          <a:prstGeom prst="roundRect">
            <a:avLst>
              <a:gd name="adj" fmla="val 891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4137" y="2265759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Канал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66299" y="2265759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Бюджет, ₽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07167" y="2265759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Лиды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48036" y="2265759"/>
            <a:ext cx="238714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CAC, ₽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04601" y="2265759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ROAS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4137" y="2796282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Контекст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66299" y="2796282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3,5 млн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07167" y="2796282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28 000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48036" y="2796282"/>
            <a:ext cx="238714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1 250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04601" y="2796282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7.2×</a:t>
            </a:r>
            <a:endParaRPr lang="en-US" sz="1450" dirty="0">
              <a:solidFill>
                <a:srgbClr val="FFD9B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4137" y="3326805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266299" y="3326805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1,8 млн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07167" y="3326805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21 000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48036" y="3326805"/>
            <a:ext cx="238714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857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04601" y="3326805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8.6×</a:t>
            </a:r>
            <a:endParaRPr lang="en-US" sz="1450" dirty="0">
              <a:solidFill>
                <a:srgbClr val="FFD9BE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4137" y="3857327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Email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66299" y="3857327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0,6 млн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207167" y="3857327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9 600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48036" y="3857327"/>
            <a:ext cx="238714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625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04601" y="3857327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D9BE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10.4×</a:t>
            </a:r>
            <a:endParaRPr lang="en-US" sz="1450" dirty="0">
              <a:solidFill>
                <a:srgbClr val="FFD9BE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4137" y="4387850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266299" y="4387850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2,5 млн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207167" y="4387850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15 000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148036" y="4387850"/>
            <a:ext cx="238714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1 667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304601" y="4387850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5.1×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94137" y="4918373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Офлайн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266299" y="4918373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1,6 млн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207167" y="4918373"/>
            <a:ext cx="217144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4 800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48036" y="4918373"/>
            <a:ext cx="238714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3 333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304601" y="4918373"/>
            <a:ext cx="260274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2.8×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98086" y="5537101"/>
            <a:ext cx="1079552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Email и SEO демонстрируют наилучшее соотношение CAC и ROAS. Офлайн-канал требует пересмотра стратегии или сокращения бюджета.</a:t>
            </a:r>
            <a:endParaRPr lang="en-US" sz="1450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B30D17A-7FAC-D0B0-B477-4B8423998127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Широкоэкранный</PresentationFormat>
  <Paragraphs>34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Quattrocento</vt:lpstr>
      <vt:lpstr>Quattrocento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2026-06-28T15:14:11Z</dcterms:created>
  <dcterms:modified xsi:type="dcterms:W3CDTF">2026-06-28T15:14:26Z</dcterms:modified>
</cp:coreProperties>
</file>